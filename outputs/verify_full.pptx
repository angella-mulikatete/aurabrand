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AuraBrand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Agentic Content Strategy: Professional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AuraBrand Document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    </a:t>
            </a:r>
          </a:p>
          <a:p>
            <a:pPr>
              <a:defRPr sz="1800"/>
            </a:pPr>
            <a:r>
              <a:t>    This is a professional announcement regarding our latest innovations.</a:t>
            </a:r>
          </a:p>
          <a:p>
            <a:pPr>
              <a:defRPr sz="1800"/>
            </a:pPr>
            <a:r>
              <a:t>    Key points:</a:t>
            </a:r>
          </a:p>
          <a:p>
            <a:pPr>
              <a:defRPr sz="1800"/>
            </a:pPr>
            <a:r>
              <a:t>    - AI-Driven</a:t>
            </a:r>
          </a:p>
          <a:p>
            <a:pPr>
              <a:defRPr sz="1800"/>
            </a:pPr>
            <a:r>
              <a:t>    - Human-Centric</a:t>
            </a:r>
          </a:p>
          <a:p>
            <a:pPr>
              <a:defRPr sz="1800"/>
            </a:pPr>
            <a:r>
              <a:t>    - Sustainable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